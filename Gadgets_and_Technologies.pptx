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icons/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6858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8892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USEFUL GADGETS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TECHNOLOGIES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43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visual look at the tech shaping everyday life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EAF3F8"/>
          </a:solidFill>
          <a:ln/>
        </p:spPr>
      </p:sp>
      <p:pic>
        <p:nvPicPr>
          <p:cNvPr id="3" name="Image 0" descr="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Smartphones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All-in-one: camera, computer, wallet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chips rival laptops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built into the 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pic>
        <p:nvPicPr>
          <p:cNvPr id="3" name="Image 0" descr="icons/smart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Smartwatches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heart rate, sleep, activity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on your wrist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Days-long battery life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EAF3F8"/>
          </a:solidFill>
          <a:ln/>
        </p:spPr>
      </p:sp>
      <p:pic>
        <p:nvPicPr>
          <p:cNvPr id="3" name="Image 0" descr="icons/earbu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Earbuds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wires, instant pairing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noise cancellation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charging case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pic>
        <p:nvPicPr>
          <p:cNvPr id="3" name="Image 0" descr="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Ultrabook Laptops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light, all-day battery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creativity anywhere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SSD storage as standard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EAF3F8"/>
          </a:solidFill>
          <a:ln/>
        </p:spPr>
      </p:sp>
      <p:pic>
        <p:nvPicPr>
          <p:cNvPr id="3" name="Image 0" descr="icons/smart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Home Devices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Voice-controlled lights &amp; locks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 from your phone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daily routine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pic>
        <p:nvPicPr>
          <p:cNvPr id="3" name="Image 0" descr="icons/dr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photo &amp; video made easy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delivery &amp; inspection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Auto-return &amp; obstacle sensing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EAF3F8"/>
          </a:solidFill>
          <a:ln/>
        </p:spPr>
      </p:sp>
      <p:pic>
        <p:nvPicPr>
          <p:cNvPr id="3" name="Image 0" descr="icons/v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 &amp; AR Headsets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gaming &amp; training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meetings and workspaces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reality blends real &amp; digital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pic>
        <p:nvPicPr>
          <p:cNvPr id="3" name="Image 0" descr="icons/power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Banks &amp; Fast Charging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out of battery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 in under an hour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charging, no cables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029200" cy="5029200"/>
          </a:xfrm>
          <a:prstGeom prst="ellipse">
            <a:avLst/>
          </a:prstGeom>
          <a:solidFill>
            <a:srgbClr val="EAF3F8"/>
          </a:solidFill>
          <a:ln/>
        </p:spPr>
      </p:sp>
      <p:pic>
        <p:nvPicPr>
          <p:cNvPr id="3" name="Image 0" descr="icons/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8803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instantly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everyday tasks</a:t>
            </a:r>
            <a:endParaRPr lang="en-US" sz="1800" dirty="0"/>
          </a:p>
          <a:p>
            <a:pPr algn="l"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phones, speakers, cars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pic>
        <p:nvPicPr>
          <p:cNvPr id="4" name="Image 0" descr="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822960"/>
            <a:ext cx="1554480" cy="1554480"/>
          </a:xfrm>
          <a:prstGeom prst="rect">
            <a:avLst/>
          </a:prstGeom>
        </p:spPr>
      </p:pic>
      <p:pic>
        <p:nvPicPr>
          <p:cNvPr id="5" name="Image 1" descr="icons/v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1554480" cy="1554480"/>
          </a:xfrm>
          <a:prstGeom prst="rect">
            <a:avLst/>
          </a:prstGeom>
        </p:spPr>
      </p:pic>
      <p:pic>
        <p:nvPicPr>
          <p:cNvPr id="6" name="Image 2" descr="icons/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22960"/>
            <a:ext cx="1554480" cy="15544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keeps making life simpler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2026-09-16T08:58:25Z</dcterms:created>
  <dcterms:modified xsi:type="dcterms:W3CDTF">2026-09-16T08:58:25Z</dcterms:modified>
</cp:coreProperties>
</file>